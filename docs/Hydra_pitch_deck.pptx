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name is a Hydra — cut one head off, another grows back. That's the whole pitch in one image: kill an agent mid-task, another one picks the task back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failure mode of every "one agent handles it" design: single point of failure, silent stalls, no one left even to notice something dropped.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Arkiv values are capped at 128 bytes — an incident report doesn't fit, so Arkiv is the index, Swarm is the content. That's the entire architecture in one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this straight to their judging weights: technical execution (it actually runs against Tiramisu live) and the feedback report we filed — reproducible findings, not vague complaints.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resilience argument, not just the privacy one — the whole point of decentralizing is that losing your own infrastructure doesn't mean losing the ability to respond to what caused the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where the name pays off — walk through one claim getting dropped and another agent picking it up, live, without anyone hand-holding the handoff.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ECC71"/>
                </a:solidFill>
              </a:defRPr>
            </a:pPr>
            <a:r>
              <a:t>Hydra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i="1">
                <a:solidFill>
                  <a:srgbClr val="EEEEEE"/>
                </a:solidFill>
              </a:defRPr>
            </a:pPr>
            <a:r>
              <a:t>Secure and meltdown-immune knowledge layer for autonomous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ECC71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EEEEE"/>
                </a:solidFill>
              </a:defRPr>
            </a:pPr>
            <a:r>
              <a:t>• We have Atlas, who is monitoring some system's health/performance.</a:t>
            </a:r>
          </a:p>
          <a:p>
            <a:pPr>
              <a:spcAft>
                <a:spcPts val="1000"/>
              </a:spcAft>
              <a:defRPr sz="1900">
                <a:solidFill>
                  <a:srgbClr val="EEEEEE"/>
                </a:solidFill>
              </a:defRPr>
            </a:pPr>
            <a:r>
              <a:t>• Atlas detects an incident, files an Arkiv issue with an expiry date that is published and accessible to development agents.</a:t>
            </a:r>
          </a:p>
          <a:p>
            <a:pPr>
              <a:spcAft>
                <a:spcPts val="1000"/>
              </a:spcAft>
              <a:defRPr sz="1900">
                <a:solidFill>
                  <a:srgbClr val="EEEEEE"/>
                </a:solidFill>
              </a:defRPr>
            </a:pPr>
            <a:r>
              <a:t>• Nova or Sol claims it and works the fix, recording that they are working / worked on it.</a:t>
            </a:r>
          </a:p>
          <a:p>
            <a:pPr>
              <a:spcAft>
                <a:spcPts val="1000"/>
              </a:spcAft>
              <a:defRPr sz="1900">
                <a:solidFill>
                  <a:srgbClr val="EEEEEE"/>
                </a:solidFill>
              </a:defRPr>
            </a:pPr>
            <a:r>
              <a:t>• A cron job or a regular check from the same machine would be exposed to the same risk as the agent.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ECC71"/>
                </a:solidFill>
              </a:defRPr>
            </a:pPr>
            <a:r>
              <a:t>The 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EEEEE"/>
                </a:solidFill>
              </a:defRPr>
            </a:pPr>
            <a:r>
              <a:t>• Two different needs, two different stores:</a:t>
            </a:r>
          </a:p>
          <a:p>
            <a:pPr lvl="1">
              <a:spcAft>
                <a:spcPts val="1000"/>
              </a:spcAft>
              <a:defRPr sz="1700">
                <a:solidFill>
                  <a:srgbClr val="EEEEEE"/>
                </a:solidFill>
              </a:defRPr>
            </a:pPr>
            <a:r>
              <a:t>‣ Small, typed, queryable, must expire on its own  →  Arkiv</a:t>
            </a:r>
          </a:p>
          <a:p>
            <a:pPr lvl="1">
              <a:spcAft>
                <a:spcPts val="1000"/>
              </a:spcAft>
              <a:defRPr sz="1700">
                <a:solidFill>
                  <a:srgbClr val="EEEEEE"/>
                </a:solidFill>
              </a:defRPr>
            </a:pPr>
            <a:r>
              <a:t>‣ The incident itself (logs, reasoning, sensitive detail), arbitrary size, must stay private  →  Swarm</a:t>
            </a:r>
          </a:p>
          <a:p>
            <a:pPr>
              <a:spcAft>
                <a:spcPts val="1000"/>
              </a:spcAft>
              <a:defRPr sz="1900">
                <a:solidFill>
                  <a:srgbClr val="EEEEEE"/>
                </a:solidFill>
              </a:defRPr>
            </a:pPr>
            <a:r>
              <a:t>• Joined by one pointer: Arkiv holds a 64-hex reference to the Swarm blob.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ECC71"/>
                </a:solidFill>
              </a:defRPr>
            </a:pPr>
            <a:r>
              <a:t>Why Arkiv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EEEEE"/>
                </a:solidFill>
              </a:defRPr>
            </a:pPr>
            <a:r>
              <a:t>• Claims expire by block height, not by any process remembering to clean up.</a:t>
            </a:r>
          </a:p>
          <a:p>
            <a:pPr>
              <a:spcAft>
                <a:spcPts val="1000"/>
              </a:spcAft>
              <a:defRPr sz="1900">
                <a:solidFill>
                  <a:srgbClr val="EEEEEE"/>
                </a:solidFill>
              </a:defRPr>
            </a:pPr>
            <a:r>
              <a:t>• No cleanup job required — a dead agent's claim lapses on its own.</a:t>
            </a:r>
          </a:p>
          <a:p>
            <a:pPr>
              <a:spcAft>
                <a:spcPts val="1000"/>
              </a:spcAft>
              <a:defRPr sz="1900">
                <a:solidFill>
                  <a:srgbClr val="EEEEEE"/>
                </a:solidFill>
              </a:defRPr>
            </a:pPr>
            <a:r>
              <a:t>• Typed, queryable index shared across all development agents.</a:t>
            </a:r>
          </a:p>
          <a:p>
            <a:pPr>
              <a:spcAft>
                <a:spcPts val="1000"/>
              </a:spcAft>
              <a:defRPr sz="1900">
                <a:solidFill>
                  <a:srgbClr val="EEEEEE"/>
                </a:solidFill>
              </a:defRPr>
            </a:pPr>
            <a:r>
              <a:t>• Easy to reference pointers to Swarm provisions.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ECC71"/>
                </a:solidFill>
              </a:defRPr>
            </a:pPr>
            <a:r>
              <a:t>Why Swarm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EEEEE"/>
                </a:solidFill>
              </a:defRPr>
            </a:pPr>
            <a:r>
              <a:t>• Sensitive incident detail shouldn't sit on someone else's servers.</a:t>
            </a:r>
          </a:p>
          <a:p>
            <a:pPr>
              <a:spcAft>
                <a:spcPts val="1000"/>
              </a:spcAft>
              <a:defRPr sz="1900">
                <a:solidFill>
                  <a:srgbClr val="EEEEEE"/>
                </a:solidFill>
              </a:defRPr>
            </a:pPr>
            <a:r>
              <a:t>• Decentralized storage means a fix can still be found and applied even if your servers — or a majority of the world's infrastructure — melted down.</a:t>
            </a:r>
          </a:p>
          <a:p>
            <a:pPr>
              <a:spcAft>
                <a:spcPts val="1000"/>
              </a:spcAft>
              <a:defRPr sz="1900">
                <a:solidFill>
                  <a:srgbClr val="EEEEEE"/>
                </a:solidFill>
              </a:defRPr>
            </a:pPr>
            <a:r>
              <a:t>• Clear trace of issue history and fixes for auditability.</a:t>
            </a:r>
          </a:p>
          <a:p>
            <a:pPr>
              <a:spcAft>
                <a:spcPts val="1000"/>
              </a:spcAft>
              <a:defRPr sz="1900">
                <a:solidFill>
                  <a:srgbClr val="EEEEEE"/>
                </a:solidFill>
              </a:defRPr>
            </a:pPr>
            <a:r>
              <a:t>• History of agent failures with clear marks for agent-workflow debugging.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ECC71"/>
                </a:solidFill>
              </a:defRPr>
            </a:pPr>
            <a:r>
              <a:t>The protocol (the Hydra mechanic)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EEEEE"/>
                </a:solidFill>
              </a:defRPr>
            </a:pPr>
            <a:r>
              <a:t>• Claim → work → done / verdict</a:t>
            </a:r>
          </a:p>
          <a:p>
            <a:pPr>
              <a:spcAft>
                <a:spcPts val="1000"/>
              </a:spcAft>
              <a:defRPr sz="1900">
                <a:solidFill>
                  <a:srgbClr val="EEEEEE"/>
                </a:solidFill>
              </a:defRPr>
            </a:pPr>
            <a:r>
              <a:t>• Tie-break handling when two agents claim at once.</a:t>
            </a:r>
          </a:p>
          <a:p>
            <a:pPr>
              <a:spcAft>
                <a:spcPts val="1000"/>
              </a:spcAft>
              <a:defRPr sz="1900">
                <a:solidFill>
                  <a:srgbClr val="EEEEEE"/>
                </a:solidFill>
              </a:defRPr>
            </a:pPr>
            <a:r>
              <a:t>• Orphaned claims are closed automatically.</a:t>
            </a:r>
          </a:p>
          <a:p>
            <a:pPr>
              <a:spcAft>
                <a:spcPts val="1000"/>
              </a:spcAft>
              <a:defRPr sz="1900">
                <a:solidFill>
                  <a:srgbClr val="EEEEEE"/>
                </a:solidFill>
              </a:defRPr>
            </a:pPr>
            <a:r>
              <a:t>• Any agent can pick up a lapsed claim and keep going.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